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852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9" r:id="rId7"/>
    <p:sldId id="260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20" autoAdjust="0"/>
    <p:restoredTop sz="94675"/>
  </p:normalViewPr>
  <p:slideViewPr>
    <p:cSldViewPr snapToGrid="0" snapToObjects="1">
      <p:cViewPr varScale="1">
        <p:scale>
          <a:sx n="91" d="100"/>
          <a:sy n="91" d="100"/>
        </p:scale>
        <p:origin x="1584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A5EA663F-0F71-4941-839F-4D376A50B1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C142CB8-EC67-47AC-810C-39EACC3AA5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1F8F58-3262-4466-8DB1-B329F63F404F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7EB2D2D-60E4-477E-84AF-48DE5C24FA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5F6F142-CFE2-4AA2-8A1E-CADC565C24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F595F6-1BED-4F30-933F-F0CD66CEE7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5411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CF71C-E8D2-4E49-B04C-B160BC17D861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76E09-41B7-FE4E-B099-04DFD58B8CF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511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76E09-41B7-FE4E-B099-04DFD58B8CF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166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D0534-BB92-D249-82B9-49A38E7BB51A}" type="datetime1">
              <a:rPr lang="en-US" smtClean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673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E8AFE-A49F-3347-91BC-9E8CE1BCC4B4}" type="datetime1">
              <a:rPr lang="en-US" smtClean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088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5EA109CB-DDDB-7949-A85C-355CAB3D7576}" type="datetime1">
              <a:rPr lang="en-US" smtClean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66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56BB9-C860-D945-A0DA-AC84E1154E6B}" type="datetime1">
              <a:rPr lang="en-US" smtClean="0"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177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5F966-147F-B24F-8855-ADF4B9638779}" type="datetime1">
              <a:rPr lang="en-US" smtClean="0"/>
              <a:t>1/10/2026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686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BB21E-6508-274A-8215-090AB0A8BFD7}" type="datetime1">
              <a:rPr lang="en-US" smtClean="0"/>
              <a:t>1/10/2026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467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3B75-9C36-5140-9B2C-4AB02DB5CE55}" type="datetime1">
              <a:rPr lang="en-US" smtClean="0"/>
              <a:t>1/10/2026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6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E5107-D26A-8749-91B4-BDF6C1B6361A}" type="datetime1">
              <a:rPr lang="en-US" smtClean="0"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674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C6945-859D-154B-9E61-3980F2B5BC84}" type="datetime1">
              <a:rPr lang="en-US" smtClean="0"/>
              <a:t>1/10/2026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728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22B72-5EFB-2B4D-BBDF-916337A53DC6}" type="datetime1">
              <a:rPr lang="en-US" smtClean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891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B05E1-C71E-544E-9F74-844878BC4783}" type="datetime1">
              <a:rPr lang="en-US" smtClean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527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3E2B6D2D-DD65-7542-B616-C09BD0686257}" type="datetime1">
              <a:rPr lang="en-US" smtClean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904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5C28659E-412C-4600-B45E-BAE370BC24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vocados and peppers on a cutting board">
            <a:extLst>
              <a:ext uri="{FF2B5EF4-FFF2-40B4-BE49-F238E27FC236}">
                <a16:creationId xmlns:a16="http://schemas.microsoft.com/office/drawing/2014/main" xmlns="" id="{573EC269-9A59-49F8-B377-784E209B3A0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802" y="10"/>
            <a:ext cx="12191980" cy="685798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AE95896B-6905-4618-A7DF-DED8A61FBC8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7748BD8C-4984-4138-94CA-2DC5F39DC37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blipFill dpi="0" rotWithShape="1">
            <a:blip r:embed="rId4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C93519-6B29-1346-9FCB-0835B8053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b">
            <a:normAutofit/>
          </a:bodyPr>
          <a:lstStyle/>
          <a:p>
            <a:r>
              <a:rPr lang="bg-BG" dirty="0" smtClean="0">
                <a:solidFill>
                  <a:srgbClr val="FFFFFF"/>
                </a:solidFill>
              </a:rPr>
              <a:t>Меню за ресторант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xmlns="" id="{57FFE273-805C-47CC-98BD-C63CD14BF6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/>
          <a:p>
            <a:r>
              <a:rPr lang="bg-BG" dirty="0" smtClean="0">
                <a:solidFill>
                  <a:srgbClr val="FFFFFF"/>
                </a:solidFill>
              </a:rPr>
              <a:t>Изготвено от: Даниела Лекова и Александър Костадинов </a:t>
            </a:r>
            <a:r>
              <a:rPr lang="de-AT" dirty="0" smtClean="0">
                <a:solidFill>
                  <a:srgbClr val="FFFFFF"/>
                </a:solidFill>
              </a:rPr>
              <a:t>X</a:t>
            </a:r>
            <a:r>
              <a:rPr lang="bg-BG" dirty="0">
                <a:solidFill>
                  <a:srgbClr val="FFFFFF"/>
                </a:solidFill>
              </a:rPr>
              <a:t> </a:t>
            </a:r>
            <a:r>
              <a:rPr lang="bg-BG" dirty="0" smtClean="0">
                <a:solidFill>
                  <a:srgbClr val="FFFFFF"/>
                </a:solidFill>
              </a:rPr>
              <a:t>г клас 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247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Същност на задачата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err="1"/>
              <a:t>Тази</a:t>
            </a:r>
            <a:r>
              <a:rPr lang="ru-RU" sz="2800" dirty="0"/>
              <a:t> задача </a:t>
            </a:r>
            <a:r>
              <a:rPr lang="ru-RU" sz="2800" dirty="0" err="1"/>
              <a:t>реализира</a:t>
            </a:r>
            <a:r>
              <a:rPr lang="ru-RU" sz="2800" dirty="0"/>
              <a:t> проста </a:t>
            </a:r>
            <a:r>
              <a:rPr lang="ru-RU" sz="2800" dirty="0" err="1"/>
              <a:t>конзолна</a:t>
            </a:r>
            <a:r>
              <a:rPr lang="ru-RU" sz="2800" dirty="0"/>
              <a:t> </a:t>
            </a:r>
            <a:r>
              <a:rPr lang="ru-RU" sz="2800" dirty="0" err="1"/>
              <a:t>програма</a:t>
            </a:r>
            <a:r>
              <a:rPr lang="ru-RU" sz="2800" dirty="0"/>
              <a:t> за управление на меню в </a:t>
            </a:r>
            <a:r>
              <a:rPr lang="ru-RU" sz="2800" dirty="0" err="1"/>
              <a:t>ресторант</a:t>
            </a:r>
            <a:r>
              <a:rPr lang="ru-RU" sz="2800" dirty="0"/>
              <a:t>. </a:t>
            </a:r>
            <a:r>
              <a:rPr lang="ru-RU" sz="2800" dirty="0" err="1"/>
              <a:t>Създадени</a:t>
            </a:r>
            <a:r>
              <a:rPr lang="ru-RU" sz="2800" dirty="0"/>
              <a:t> </a:t>
            </a:r>
            <a:r>
              <a:rPr lang="ru-RU" sz="2800" dirty="0" err="1"/>
              <a:t>са</a:t>
            </a:r>
            <a:r>
              <a:rPr lang="ru-RU" sz="2800" dirty="0"/>
              <a:t> </a:t>
            </a:r>
            <a:r>
              <a:rPr lang="ru-RU" sz="2800" dirty="0" err="1"/>
              <a:t>класове</a:t>
            </a:r>
            <a:r>
              <a:rPr lang="ru-RU" sz="2800" dirty="0"/>
              <a:t> </a:t>
            </a:r>
            <a:r>
              <a:rPr lang="ru-RU" sz="2800" b="1" dirty="0" err="1"/>
              <a:t>Dish</a:t>
            </a:r>
            <a:r>
              <a:rPr lang="ru-RU" sz="2800" dirty="0"/>
              <a:t> и </a:t>
            </a:r>
            <a:r>
              <a:rPr lang="ru-RU" sz="2800" b="1" dirty="0" err="1"/>
              <a:t>Menu</a:t>
            </a:r>
            <a:r>
              <a:rPr lang="ru-RU" sz="2800" dirty="0"/>
              <a:t>, </a:t>
            </a:r>
            <a:r>
              <a:rPr lang="ru-RU" sz="2800" dirty="0" err="1"/>
              <a:t>които</a:t>
            </a:r>
            <a:r>
              <a:rPr lang="ru-RU" sz="2800" dirty="0"/>
              <a:t> </a:t>
            </a:r>
            <a:r>
              <a:rPr lang="ru-RU" sz="2800" dirty="0" err="1"/>
              <a:t>позволяват</a:t>
            </a:r>
            <a:r>
              <a:rPr lang="ru-RU" sz="2800" dirty="0"/>
              <a:t> </a:t>
            </a:r>
            <a:r>
              <a:rPr lang="ru-RU" sz="2800" dirty="0" err="1"/>
              <a:t>добавяне</a:t>
            </a:r>
            <a:r>
              <a:rPr lang="ru-RU" sz="2800" dirty="0"/>
              <a:t> на </a:t>
            </a:r>
            <a:r>
              <a:rPr lang="ru-RU" sz="2800" dirty="0" err="1"/>
              <a:t>ястия</a:t>
            </a:r>
            <a:r>
              <a:rPr lang="ru-RU" sz="2800" dirty="0"/>
              <a:t>, </a:t>
            </a:r>
            <a:r>
              <a:rPr lang="ru-RU" sz="2800" dirty="0" err="1"/>
              <a:t>показване</a:t>
            </a:r>
            <a:r>
              <a:rPr lang="ru-RU" sz="2800" dirty="0"/>
              <a:t> на </a:t>
            </a:r>
            <a:r>
              <a:rPr lang="ru-RU" sz="2800" dirty="0" err="1"/>
              <a:t>всички</a:t>
            </a:r>
            <a:r>
              <a:rPr lang="ru-RU" sz="2800" dirty="0"/>
              <a:t> и </a:t>
            </a:r>
            <a:r>
              <a:rPr lang="ru-RU" sz="2800" dirty="0" err="1"/>
              <a:t>наличните</a:t>
            </a:r>
            <a:r>
              <a:rPr lang="ru-RU" sz="2800" dirty="0"/>
              <a:t> </a:t>
            </a:r>
            <a:r>
              <a:rPr lang="ru-RU" sz="2800" dirty="0" err="1"/>
              <a:t>ястия</a:t>
            </a:r>
            <a:r>
              <a:rPr lang="ru-RU" sz="2800" dirty="0"/>
              <a:t>, </a:t>
            </a:r>
            <a:r>
              <a:rPr lang="ru-RU" sz="2800" dirty="0" err="1"/>
              <a:t>както</a:t>
            </a:r>
            <a:r>
              <a:rPr lang="ru-RU" sz="2800" dirty="0"/>
              <a:t> и </a:t>
            </a:r>
            <a:r>
              <a:rPr lang="ru-RU" sz="2800" dirty="0" err="1"/>
              <a:t>изчисляване</a:t>
            </a:r>
            <a:r>
              <a:rPr lang="ru-RU" sz="2800" dirty="0"/>
              <a:t> на </a:t>
            </a:r>
            <a:r>
              <a:rPr lang="ru-RU" sz="2800" dirty="0" err="1"/>
              <a:t>средната</a:t>
            </a:r>
            <a:r>
              <a:rPr lang="ru-RU" sz="2800" dirty="0"/>
              <a:t> им цена. В </a:t>
            </a:r>
            <a:r>
              <a:rPr lang="ru-RU" sz="2800" dirty="0" err="1"/>
              <a:t>главната</a:t>
            </a:r>
            <a:r>
              <a:rPr lang="ru-RU" sz="2800" dirty="0"/>
              <a:t> </a:t>
            </a:r>
            <a:r>
              <a:rPr lang="ru-RU" sz="2800" dirty="0" err="1"/>
              <a:t>програма</a:t>
            </a:r>
            <a:r>
              <a:rPr lang="ru-RU" sz="2800" dirty="0"/>
              <a:t> се </a:t>
            </a:r>
            <a:r>
              <a:rPr lang="ru-RU" sz="2800" dirty="0" err="1"/>
              <a:t>създава</a:t>
            </a:r>
            <a:r>
              <a:rPr lang="ru-RU" sz="2800" dirty="0"/>
              <a:t> меню и се </a:t>
            </a:r>
            <a:r>
              <a:rPr lang="ru-RU" sz="2800" dirty="0" err="1"/>
              <a:t>демонстрира</a:t>
            </a:r>
            <a:r>
              <a:rPr lang="ru-RU" sz="2800" dirty="0"/>
              <a:t> </a:t>
            </a:r>
            <a:r>
              <a:rPr lang="ru-RU" sz="2800" dirty="0" err="1"/>
              <a:t>работата</a:t>
            </a:r>
            <a:r>
              <a:rPr lang="ru-RU" sz="2800" dirty="0"/>
              <a:t> на </a:t>
            </a:r>
            <a:r>
              <a:rPr lang="ru-RU" sz="2800" dirty="0" err="1"/>
              <a:t>тези</a:t>
            </a:r>
            <a:r>
              <a:rPr lang="ru-RU" sz="2800" dirty="0"/>
              <a:t> </a:t>
            </a:r>
            <a:r>
              <a:rPr lang="ru-RU" sz="2800" dirty="0" err="1"/>
              <a:t>функционалности</a:t>
            </a:r>
            <a:r>
              <a:rPr lang="ru-RU" sz="2800" dirty="0"/>
              <a:t>.</a:t>
            </a:r>
          </a:p>
          <a:p>
            <a:endParaRPr lang="bg-BG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126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123" y="373114"/>
            <a:ext cx="5595167" cy="40675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4290" y="204950"/>
            <a:ext cx="56860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800" dirty="0" smtClean="0"/>
              <a:t>Клас </a:t>
            </a:r>
            <a:r>
              <a:rPr lang="de-AT" sz="4800" dirty="0" err="1" smtClean="0"/>
              <a:t>Dish</a:t>
            </a:r>
            <a:r>
              <a:rPr lang="de-AT" sz="4800" dirty="0" smtClean="0"/>
              <a:t> </a:t>
            </a:r>
            <a:endParaRPr lang="bg-BG" sz="4800" dirty="0"/>
          </a:p>
        </p:txBody>
      </p:sp>
      <p:sp>
        <p:nvSpPr>
          <p:cNvPr id="6" name="TextBox 5"/>
          <p:cNvSpPr txBox="1"/>
          <p:nvPr/>
        </p:nvSpPr>
        <p:spPr>
          <a:xfrm>
            <a:off x="451945" y="1427826"/>
            <a:ext cx="4656083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-</a:t>
            </a:r>
            <a:r>
              <a:rPr lang="bg-BG" sz="3200" dirty="0" smtClean="0"/>
              <a:t>Добавят се полетата </a:t>
            </a:r>
            <a:r>
              <a:rPr lang="de-AT" sz="3200" dirty="0" smtClean="0"/>
              <a:t>Name, Price, </a:t>
            </a:r>
            <a:r>
              <a:rPr lang="de-AT" sz="3200" dirty="0" err="1" smtClean="0"/>
              <a:t>Category</a:t>
            </a:r>
            <a:r>
              <a:rPr lang="de-AT" sz="3200" dirty="0"/>
              <a:t> </a:t>
            </a:r>
            <a:r>
              <a:rPr lang="bg-BG" sz="3200" dirty="0" smtClean="0"/>
              <a:t>и </a:t>
            </a:r>
            <a:r>
              <a:rPr lang="de-AT" sz="3200" dirty="0" err="1" smtClean="0"/>
              <a:t>isAvailable</a:t>
            </a:r>
            <a:r>
              <a:rPr lang="de-AT" sz="3200" dirty="0" smtClean="0"/>
              <a:t> </a:t>
            </a:r>
            <a:r>
              <a:rPr lang="bg-BG" sz="3200" dirty="0" smtClean="0"/>
              <a:t> и </a:t>
            </a:r>
            <a:r>
              <a:rPr lang="bg-BG" sz="3200" dirty="0" err="1" smtClean="0"/>
              <a:t>констрктур</a:t>
            </a:r>
            <a:r>
              <a:rPr lang="de-AT" sz="3200" dirty="0" smtClean="0"/>
              <a:t>a</a:t>
            </a:r>
            <a:r>
              <a:rPr lang="bg-BG" sz="3200" dirty="0" smtClean="0"/>
              <a:t> </a:t>
            </a:r>
            <a:r>
              <a:rPr lang="de-AT" sz="3200" dirty="0" err="1" smtClean="0"/>
              <a:t>Dish</a:t>
            </a:r>
            <a:r>
              <a:rPr lang="de-AT" sz="3200" dirty="0" smtClean="0"/>
              <a:t> </a:t>
            </a:r>
          </a:p>
          <a:p>
            <a:endParaRPr lang="bg-BG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44" y="4805819"/>
            <a:ext cx="10859183" cy="183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071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78372" y="304800"/>
            <a:ext cx="111409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800" dirty="0" smtClean="0"/>
              <a:t>Клас </a:t>
            </a:r>
            <a:r>
              <a:rPr lang="de-AT" sz="4800" dirty="0" smtClean="0"/>
              <a:t>Menu </a:t>
            </a:r>
            <a:endParaRPr lang="bg-BG" sz="4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789" y="1135797"/>
            <a:ext cx="7551677" cy="43775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7559" y="1574445"/>
            <a:ext cx="517108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 dirty="0" smtClean="0"/>
              <a:t>Създава се лист </a:t>
            </a:r>
            <a:r>
              <a:rPr lang="de-AT" sz="3200" dirty="0" err="1" smtClean="0"/>
              <a:t>dishes</a:t>
            </a:r>
            <a:r>
              <a:rPr lang="bg-BG" sz="3200" dirty="0" smtClean="0"/>
              <a:t>, който ще се добавят ястията и след всяко ястие се изписва съобщението „</a:t>
            </a:r>
            <a:r>
              <a:rPr lang="de-AT" sz="3200" dirty="0" err="1" smtClean="0"/>
              <a:t>Dish</a:t>
            </a:r>
            <a:r>
              <a:rPr lang="de-AT" sz="3200" dirty="0" smtClean="0"/>
              <a:t> </a:t>
            </a:r>
            <a:r>
              <a:rPr lang="de-AT" sz="3200" dirty="0" err="1" smtClean="0"/>
              <a:t>added</a:t>
            </a:r>
            <a:r>
              <a:rPr lang="de-AT" sz="3200" dirty="0" smtClean="0"/>
              <a:t> </a:t>
            </a:r>
            <a:r>
              <a:rPr lang="de-AT" sz="3200" dirty="0" err="1" smtClean="0"/>
              <a:t>successfully</a:t>
            </a:r>
            <a:r>
              <a:rPr lang="de-AT" sz="3200" dirty="0" smtClean="0"/>
              <a:t>.</a:t>
            </a:r>
            <a:r>
              <a:rPr lang="bg-BG" sz="3200" dirty="0" smtClean="0"/>
              <a:t>“</a:t>
            </a:r>
            <a:r>
              <a:rPr lang="en-US" sz="3200" dirty="0" smtClean="0"/>
              <a:t> </a:t>
            </a:r>
            <a:endParaRPr lang="bg-BG" sz="3200" dirty="0"/>
          </a:p>
        </p:txBody>
      </p:sp>
    </p:spTree>
    <p:extLst>
      <p:ext uri="{BB962C8B-B14F-4D97-AF65-F5344CB8AC3E}">
        <p14:creationId xmlns:p14="http://schemas.microsoft.com/office/powerpoint/2010/main" val="20254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Клас </a:t>
            </a:r>
            <a:r>
              <a:rPr lang="de-AT" dirty="0"/>
              <a:t>Menu </a:t>
            </a:r>
            <a:r>
              <a:rPr lang="bg-BG" dirty="0"/>
              <a:t/>
            </a:r>
            <a:br>
              <a:rPr lang="bg-BG" dirty="0"/>
            </a:b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1172" y="2121408"/>
            <a:ext cx="10323366" cy="1525682"/>
          </a:xfrm>
        </p:spPr>
        <p:txBody>
          <a:bodyPr>
            <a:normAutofit/>
          </a:bodyPr>
          <a:lstStyle/>
          <a:p>
            <a:r>
              <a:rPr lang="bg-BG" sz="3200" dirty="0"/>
              <a:t>М</a:t>
            </a:r>
            <a:r>
              <a:rPr lang="bg-BG" sz="3200" dirty="0" smtClean="0"/>
              <a:t>етода </a:t>
            </a:r>
            <a:r>
              <a:rPr lang="de-AT" sz="3200" dirty="0" err="1" smtClean="0"/>
              <a:t>ShowAlldishes</a:t>
            </a:r>
            <a:r>
              <a:rPr lang="bg-BG" sz="3200" dirty="0" smtClean="0"/>
              <a:t> извежда всички ястия, които са добавени в листа.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800" y="4083742"/>
            <a:ext cx="12808255" cy="205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825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Клас </a:t>
            </a:r>
            <a:r>
              <a:rPr lang="de-AT" dirty="0"/>
              <a:t>Menu </a:t>
            </a:r>
            <a:r>
              <a:rPr lang="bg-BG" dirty="0"/>
              <a:t/>
            </a:r>
            <a:br>
              <a:rPr lang="bg-BG" dirty="0"/>
            </a:b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121408"/>
            <a:ext cx="11122152" cy="4050792"/>
          </a:xfrm>
        </p:spPr>
        <p:txBody>
          <a:bodyPr>
            <a:normAutofit/>
          </a:bodyPr>
          <a:lstStyle/>
          <a:p>
            <a:r>
              <a:rPr lang="bg-BG" sz="2800" dirty="0" smtClean="0"/>
              <a:t>Методът </a:t>
            </a:r>
            <a:r>
              <a:rPr lang="de-AT" sz="2800" dirty="0" err="1" smtClean="0"/>
              <a:t>ShowAvailableDishes</a:t>
            </a:r>
            <a:r>
              <a:rPr lang="bg-BG" sz="2800" dirty="0" smtClean="0"/>
              <a:t> извежда само тези, които са в наличност</a:t>
            </a:r>
            <a:endParaRPr lang="bg-BG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23" y="3541986"/>
            <a:ext cx="10181515" cy="311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32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Клас </a:t>
            </a:r>
            <a:r>
              <a:rPr lang="de-AT" dirty="0"/>
              <a:t>Menu </a:t>
            </a:r>
            <a:r>
              <a:rPr lang="bg-BG" dirty="0"/>
              <a:t/>
            </a:r>
            <a:br>
              <a:rPr lang="bg-BG" dirty="0"/>
            </a:b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121408"/>
            <a:ext cx="9955504" cy="4050792"/>
          </a:xfrm>
        </p:spPr>
        <p:txBody>
          <a:bodyPr>
            <a:normAutofit/>
          </a:bodyPr>
          <a:lstStyle/>
          <a:p>
            <a:r>
              <a:rPr lang="bg-BG" sz="2800" dirty="0" smtClean="0"/>
              <a:t>Методът </a:t>
            </a:r>
            <a:r>
              <a:rPr lang="de-AT" sz="2800" dirty="0" err="1" smtClean="0"/>
              <a:t>ShowByCategory</a:t>
            </a:r>
            <a:r>
              <a:rPr lang="de-AT" sz="2800" dirty="0" smtClean="0"/>
              <a:t> </a:t>
            </a:r>
            <a:r>
              <a:rPr lang="bg-BG" sz="2800" dirty="0" smtClean="0"/>
              <a:t> показва категорията, в която принадлежи всяко добавено ястие</a:t>
            </a:r>
            <a:endParaRPr lang="bg-BG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562" y="3670620"/>
            <a:ext cx="9524438" cy="285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217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Клас </a:t>
            </a:r>
            <a:r>
              <a:rPr lang="de-AT" dirty="0"/>
              <a:t>Menu </a:t>
            </a:r>
            <a:r>
              <a:rPr lang="bg-BG" dirty="0"/>
              <a:t/>
            </a:r>
            <a:br>
              <a:rPr lang="bg-BG" dirty="0"/>
            </a:b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121408"/>
            <a:ext cx="9661214" cy="4050792"/>
          </a:xfrm>
        </p:spPr>
        <p:txBody>
          <a:bodyPr>
            <a:normAutofit/>
          </a:bodyPr>
          <a:lstStyle/>
          <a:p>
            <a:r>
              <a:rPr lang="bg-BG" sz="3200" dirty="0" smtClean="0"/>
              <a:t>Клас </a:t>
            </a:r>
            <a:r>
              <a:rPr lang="de-AT" sz="3200" dirty="0" err="1" smtClean="0"/>
              <a:t>GetAveragePrice</a:t>
            </a:r>
            <a:r>
              <a:rPr lang="de-AT" sz="3200" dirty="0" smtClean="0"/>
              <a:t> </a:t>
            </a:r>
            <a:r>
              <a:rPr lang="bg-BG" sz="3200" dirty="0" smtClean="0"/>
              <a:t>извежда средната цена на всички ястия, които са в списъка.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348" y="3710818"/>
            <a:ext cx="10453844" cy="256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446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Клас </a:t>
            </a:r>
            <a:r>
              <a:rPr lang="de-AT" dirty="0" err="1" smtClean="0"/>
              <a:t>program</a:t>
            </a:r>
            <a:r>
              <a:rPr lang="de-AT" dirty="0" smtClean="0"/>
              <a:t>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121408"/>
            <a:ext cx="3491642" cy="4050792"/>
          </a:xfrm>
        </p:spPr>
        <p:txBody>
          <a:bodyPr>
            <a:normAutofit/>
          </a:bodyPr>
          <a:lstStyle/>
          <a:p>
            <a:r>
              <a:rPr lang="bg-BG" sz="2800" dirty="0" smtClean="0"/>
              <a:t>Извеждат се всички ястия след това само тези, които са в наличност и средната цена на всички записани ястия. </a:t>
            </a:r>
            <a:endParaRPr lang="bg-BG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484632"/>
            <a:ext cx="5256679" cy="588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39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326457" y="2505670"/>
            <a:ext cx="95390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bg-BG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Благодарим за вниманието!</a:t>
            </a:r>
            <a:endParaRPr lang="bg-BG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249872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FE37E5-361E-44A8-9195-3950757C1D5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97099A4-1E65-4BB3-9461-5372343E49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32156A-E168-448F-9903-2D2450C185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Produce design</Template>
  <TotalTime>0</TotalTime>
  <Words>206</Words>
  <Application>Microsoft Office PowerPoint</Application>
  <PresentationFormat>Widescreen</PresentationFormat>
  <Paragraphs>29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Cambria</vt:lpstr>
      <vt:lpstr>Rockwell</vt:lpstr>
      <vt:lpstr>Rockwell Condensed</vt:lpstr>
      <vt:lpstr>Wingdings</vt:lpstr>
      <vt:lpstr>Wood Type</vt:lpstr>
      <vt:lpstr>Меню за ресторант</vt:lpstr>
      <vt:lpstr>Същност на задачата</vt:lpstr>
      <vt:lpstr>PowerPoint Presentation</vt:lpstr>
      <vt:lpstr>PowerPoint Presentation</vt:lpstr>
      <vt:lpstr>Клас Menu  </vt:lpstr>
      <vt:lpstr>Клас Menu  </vt:lpstr>
      <vt:lpstr>Клас Menu  </vt:lpstr>
      <vt:lpstr>Клас Menu  </vt:lpstr>
      <vt:lpstr>Клас program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2026-01-10T13:45:48Z</dcterms:created>
  <dcterms:modified xsi:type="dcterms:W3CDTF">2026-01-10T14:24:15Z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